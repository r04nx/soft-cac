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Enhancing QoS in Dense IEEE 802.11ax Networks using a Dynamic Airtime-Based Soft Admission Control Mechanism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Dayanand Ambawade &amp; Rohan Pawar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10th ICSCC 2025 - Nagoya University, Japan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Challenge:</a:t>
            </a:r>
            <a:r>
              <a:rPr/>
              <a:t> IEEE 802.11ax (Wi-Fi 6) struggles under saturation in dense environments.</a:t>
            </a:r>
          </a:p>
          <a:p>
            <a:pPr lvl="0"/>
            <a:r>
              <a:rPr b="1"/>
              <a:t>High Latency:</a:t>
            </a:r>
            <a:r>
              <a:rPr/>
              <a:t> Real-time apps (VoIP) suffer &gt;45ms delays without control.</a:t>
            </a:r>
          </a:p>
          <a:p>
            <a:pPr lvl="0"/>
            <a:r>
              <a:rPr b="1"/>
              <a:t>Existing Solutions Fail:</a:t>
            </a:r>
          </a:p>
          <a:p>
            <a:pPr lvl="1"/>
            <a:r>
              <a:rPr/>
              <a:t>Count-based CAC ignores heterogeneity.</a:t>
            </a:r>
          </a:p>
          <a:p>
            <a:pPr lvl="1"/>
            <a:r>
              <a:rPr/>
              <a:t>Static thresholds waste capacity.</a:t>
            </a:r>
          </a:p>
          <a:p>
            <a:pPr lvl="0"/>
            <a:r>
              <a:rPr b="1"/>
              <a:t>Goal:</a:t>
            </a:r>
            <a:r>
              <a:rPr/>
              <a:t> Maximize airtime utilization while guaranteeing strict QoS.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Test Bed &amp;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Simulation Components (ns-3):</a:t>
            </a:r>
          </a:p>
          <a:p>
            <a:pPr lvl="0"/>
            <a:r>
              <a:rPr b="1"/>
              <a:t>AP Node:</a:t>
            </a:r>
            <a:r>
              <a:rPr/>
              <a:t> Wi-Fi 6 (802.11ax), 80 MHz, 5 GHz.</a:t>
            </a:r>
          </a:p>
          <a:p>
            <a:pPr lvl="0"/>
            <a:r>
              <a:rPr b="1"/>
              <a:t>Stations:</a:t>
            </a:r>
            <a:r>
              <a:rPr/>
              <a:t> 25-50 users in dense grid.</a:t>
            </a:r>
          </a:p>
          <a:p>
            <a:pPr lvl="0"/>
            <a:r>
              <a:rPr b="1"/>
              <a:t>Traffic Generators:</a:t>
            </a:r>
          </a:p>
          <a:p>
            <a:pPr lvl="1"/>
            <a:r>
              <a:rPr/>
              <a:t>VoIP (UDP)</a:t>
            </a:r>
          </a:p>
          <a:p>
            <a:pPr lvl="1"/>
            <a:r>
              <a:rPr/>
              <a:t>Video (UDP)</a:t>
            </a:r>
          </a:p>
          <a:p>
            <a:pPr lvl="1"/>
            <a:r>
              <a:rPr/>
              <a:t>Bursty/Web (TCP/UDP)</a:t>
            </a:r>
          </a:p>
        </p:txBody>
      </p:sp>
      <p:pic>
        <p:nvPicPr>
          <p:cNvPr descr="../results/graphs/ns3_network_top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 Model and Traffic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Metric: Airtime Utilization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c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c</m:t>
                              </m:r>
                            </m:sub>
                          </m:sSub>
                        </m:num>
                        <m:den>
                          <m:r>
                            <m:t>η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sSubSup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p</m:t>
                              </m:r>
                              <m:r>
                                <m:t>h</m:t>
                              </m:r>
                              <m:r>
                                <m:t>y</m:t>
                              </m:r>
                            </m:sub>
                            <m:sup>
                              <m:r>
                                <m:t>c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Traffic Mix:</a:t>
                </a:r>
              </a:p>
              <a:p>
                <a:pPr lvl="0"/>
                <a:r>
                  <a:rPr b="1"/>
                  <a:t>VoIP:</a:t>
                </a:r>
                <a:r>
                  <a:rPr/>
                  <a:t> High Priority, Low Bandwidth.</a:t>
                </a:r>
              </a:p>
              <a:p>
                <a:pPr lvl="0"/>
                <a:r>
                  <a:rPr b="1"/>
                  <a:t>Video:</a:t>
                </a:r>
                <a:r>
                  <a:rPr/>
                  <a:t> Med Priority, High Bandwidth.</a:t>
                </a:r>
              </a:p>
              <a:p>
                <a:pPr lvl="0"/>
                <a:r>
                  <a:rPr b="1"/>
                  <a:t>Best Effort:</a:t>
                </a:r>
                <a:r>
                  <a:rPr/>
                  <a:t> Low Priority, Bursty.</a:t>
                </a:r>
              </a:p>
            </p:txBody>
          </p:sp>
        </mc:Choice>
      </mc:AlternateContent>
      <p:pic>
        <p:nvPicPr>
          <p:cNvPr descr="../results/graphs/ap_station_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90700"/>
            <a:ext cx="4038600" cy="219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Proposed AS-CAC Framework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Proposed Solution: Soft CAC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b="1" /><a:t>Concept:</a:t></a:r><a:r><a:rPr /><a:t> Priority-Aware Thresholds.</a:t></a:r></a:p></p:txBody></p:sp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pPr lvl="0" indent="0" marL="0" algn="l"><a:buNone /></a:pPr><a:r><a:rPr /><a:t>Traffic Class</a:t></a:r></a:p></a:txBody><a:tcPr /></a:tc><a:tc><a:txBody><a:bodyPr /><a:lstStyle /><a:p><a:pPr lvl="0" indent="0" marL="0" algn="ctr"><a:buNone /></a:pPr><a:r><a:rPr /><a:t>Priority</a:t></a:r></a:p></a:txBody><a:tcPr /></a:tc><a:tc><a:txBody><a:bodyPr /><a:lstStyle /><a:p><a:pPr lvl="0" indent="0" marL="0" algn="ctr"><a:buNone /></a:pPr><a:r><a:rPr /><a:t>Threshold (</a:t></a:r><a14:m><m:oMath xmlns:m="http://schemas.openxmlformats.org/officeDocument/2006/math"><m:sSub><m:e><m:r><m:t>θ</m:t></m:r></m:e><m:sub><m:r><m:t>c</m:t></m:r></m:sub></m:sSub></m:oMath></a14:m><a:r><a:rPr /><a:t>)</a:t></a:r></a:p></a:txBody><a:tcPr /></a:tc></a:tr><a:tr h="0"><a:tc><a:txBody><a:bodyPr /><a:lstStyle /><a:p><a:pPr lvl="0" indent="0" marL="0" algn="l"><a:buNone /></a:pPr><a:r><a:rPr /><a:t>VoIP (AC_VO)</a:t></a:r></a:p></a:txBody></a:tc><a:tc><a:txBody><a:bodyPr /><a:lstStyle /><a:p><a:pPr lvl="0" indent="0" marL="0" algn="ctr"><a:buNone /></a:pPr><a:r><a:rPr /><a:t>High</a:t></a:r></a:p></a:txBody></a:tc><a:tc><a:txBody><a:bodyPr /><a:lstStyle /><a:p><a:pPr lvl="0" indent="0" marL="0" algn="ctr"><a:buNone /></a:pPr><a:r><a:rPr /><a:t>90%</a:t></a:r></a:p></a:txBody></a:tc></a:tr><a:tr h="0"><a:tc><a:txBody><a:bodyPr /><a:lstStyle /><a:p><a:pPr lvl="0" indent="0" marL="0" algn="l"><a:buNone /></a:pPr><a:r><a:rPr /><a:t>Video (AC_VI)</a:t></a:r></a:p></a:txBody></a:tc><a:tc><a:txBody><a:bodyPr /><a:lstStyle /><a:p><a:pPr lvl="0" indent="0" marL="0" algn="ctr"><a:buNone /></a:pPr><a:r><a:rPr /><a:t>Medium</a:t></a:r></a:p></a:txBody></a:tc><a:tc><a:txBody><a:bodyPr /><a:lstStyle /><a:p><a:pPr lvl="0" indent="0" marL="0" algn="ctr"><a:buNone /></a:pPr><a:r><a:rPr /><a:t>80%</a:t></a:r></a:p></a:txBody></a:tc></a:tr><a:tr h="0"><a:tc><a:txBody><a:bodyPr /><a:lstStyle /><a:p><a:pPr lvl="0" indent="0" marL="0" algn="l"><a:buNone /></a:pPr><a:r><a:rPr /><a:t>Best Effort (AC_BE)</a:t></a:r></a:p></a:txBody></a:tc><a:tc><a:txBody><a:bodyPr /><a:lstStyle /><a:p><a:pPr lvl="0" indent="0" marL="0" algn="ctr"><a:buNone /></a:pPr><a:r><a:rPr /><a:t>Low</a:t></a:r></a:p></a:txBody></a:tc><a:tc><a:txBody><a:bodyPr /><a:lstStyle /><a:p><a:pPr lvl="0" indent="0" marL="0" algn="ctr"><a:buNone /></a:pPr><a:r><a:rPr b="1" /><a:t>95%</a:t></a:r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results/graphs/soft_vs_hard_cac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52600"/>
            <a:ext cx="82296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Algorithm: AS-CAC+ (Adaptive)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Dynamic Threshold Adjustment:</a:t>
                </a:r>
              </a:p>
              <a:p>
                <a:pPr lvl="0"/>
                <a:r>
                  <a:rPr/>
                  <a:t>Monitors Packet Error Rate (PER) and Utilization.</a:t>
                </a:r>
              </a:p>
              <a:p>
                <a:pPr lvl="0"/>
                <a:r>
                  <a:rPr/>
                  <a:t>Adjusts Best-Effort threshold (</a:t>
                </a:r>
                <a14:m>
                  <m:oMath xmlns:m="http://schemas.openxmlformats.org/officeDocument/2006/math">
                    <m:sSub>
                      <m:e>
                        <m:r>
                          <m:t>θ</m:t>
                        </m:r>
                      </m:e>
                      <m:sub>
                        <m:r>
                          <m:t>B</m:t>
                        </m:r>
                        <m:r>
                          <m:t>E</m:t>
                        </m:r>
                      </m:sub>
                    </m:sSub>
                  </m:oMath>
                </a14:m>
                <a:r>
                  <a:rPr/>
                  <a:t>) in real-time.</a:t>
                </a:r>
              </a:p>
              <a:p>
                <a:pPr lvl="0" indent="0" marL="0">
                  <a:buNone/>
                </a:pPr>
                <a:r>
                  <a:rPr b="1"/>
                  <a:t>AS-CAC+ Adaptive Threshold Logic: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Input: Utilization A, Threshold θ_BE
PER = Calculate from Network Health
IF (PER &gt; 0.05):
    θ_BE = max(0.80, θ_BE - 0.01)  // Reduce load
ELSE IF (PER &lt; 0.02 AND A &gt; 0.70):
    θ_BE = min(0.98, θ_BE + 0.01)  // Utilize spare capacity
Return: Updated θ_BE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Adaptive Behavior Visualization</a:t>
            </a:r>
          </a:p>
        </p:txBody>
      </p:sp>
      <p:pic>
        <p:nvPicPr>
          <p:cNvPr descr="../results/graphs/ascac_threshold_evol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93800"/>
            <a:ext cx="6845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Performance Evaluation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Simulation Results: Latency</a:t>
            </a:r>
          </a:p>
        </p:txBody>
      </p:sp>
      <p:pic>
        <p:nvPicPr>
          <p:cNvPr descr="../results/graphs/cac_vs_no_ca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Comprehensive Analysis</a:t>
            </a:r>
          </a:p>
        </p:txBody>
      </p:sp>
      <p:pic>
        <p:nvPicPr>
          <p:cNvPr descr="../results/graphs/ascac_comprehensive_4pa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1193800"/>
            <a:ext cx="482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Multi-Dimensional Superiority</a:t>
            </a:r>
          </a:p>
        </p:txBody>
      </p:sp>
      <p:pic>
        <p:nvPicPr>
          <p:cNvPr descr="../results/graphs/ascac_radar_cha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1193800"/>
            <a:ext cx="398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AS-CAC+ Wins:</a:t>
            </a:r>
          </a:p>
          <a:p>
            <a:pPr lvl="0"/>
            <a:r>
              <a:rPr b="1"/>
              <a:t>Adaptability:</a:t>
            </a:r>
            <a:r>
              <a:rPr/>
              <a:t> Reacts to interference.</a:t>
            </a:r>
          </a:p>
          <a:p>
            <a:pPr lvl="0"/>
            <a:r>
              <a:rPr b="1"/>
              <a:t>Utilization:</a:t>
            </a:r>
            <a:r>
              <a:rPr/>
              <a:t> 97.4% vs 78% (Hard).</a:t>
            </a:r>
          </a:p>
          <a:p>
            <a:pPr lvl="0"/>
            <a:r>
              <a:rPr b="1"/>
              <a:t>Safety:</a:t>
            </a:r>
            <a:r>
              <a:rPr/>
              <a:t> Keeps VoIP &lt; 2ms.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Summary:</a:t>
            </a:r>
          </a:p>
          <a:p>
            <a:pPr lvl="0"/>
            <a:r>
              <a:rPr b="1"/>
              <a:t>AS-CAC+</a:t>
            </a:r>
            <a:r>
              <a:rPr/>
              <a:t> transforms admission control from static to dynamic.</a:t>
            </a:r>
          </a:p>
          <a:p>
            <a:pPr lvl="0"/>
            <a:r>
              <a:rPr/>
              <a:t>It safely unlocks </a:t>
            </a:r>
            <a:r>
              <a:rPr b="1"/>
              <a:t>19.2% more capacity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Key Achievements:</a:t>
            </a:r>
          </a:p>
          <a:p>
            <a:pPr lvl="0" indent="-342900" marL="342900">
              <a:buAutoNum type="arabicPeriod"/>
            </a:pPr>
            <a:r>
              <a:rPr b="1"/>
              <a:t>19.2%</a:t>
            </a:r>
            <a:r>
              <a:rPr/>
              <a:t> throughput improvement over traditional CAC.</a:t>
            </a:r>
          </a:p>
          <a:p>
            <a:pPr lvl="0" indent="-342900" marL="342900">
              <a:buAutoNum type="arabicPeriod"/>
            </a:pPr>
            <a:r>
              <a:rPr b="1"/>
              <a:t>97.4%</a:t>
            </a:r>
            <a:r>
              <a:rPr/>
              <a:t> channel utilization.</a:t>
            </a:r>
          </a:p>
          <a:p>
            <a:pPr lvl="0" indent="-342900" marL="342900">
              <a:buAutoNum type="arabicPeriod"/>
            </a:pPr>
            <a:r>
              <a:rPr/>
              <a:t>Validated strict QoS (&lt; 2ms delay) for VoIP.</a:t>
            </a:r>
          </a:p>
          <a:p>
            <a:pPr lvl="0" indent="0" marL="0">
              <a:buNone/>
            </a:pPr>
            <a:r>
              <a:rPr b="1"/>
              <a:t>Thank You!</a:t>
            </a:r>
          </a:p>
          <a:p>
            <a:pPr lvl="0" indent="0" marL="0">
              <a:buNone/>
            </a:pPr>
            <a:r>
              <a:rPr/>
              <a:t>Dayanand Ambawade, Rohan Pawar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Enhancing QoS in Dense IEEE 802.11ax Networks using a Dynamic Airtime-Based Soft Admission Control Mechanism</dc:title>
  <dc:creator>Dayanand Ambawade &amp; Rohan Pawar</dc:creator>
  <cp:keywords/>
  <dcterms:created xsi:type="dcterms:W3CDTF">2025-12-16T17:17:57Z</dcterms:created>
  <dcterms:modified xsi:type="dcterms:W3CDTF">2025-12-16T17:17:57Z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10th ICSCC 2025 - Nagoya University, Japan</vt:lpwstr>
  </property>
</Properties>
</file>