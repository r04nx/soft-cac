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4608576" cy="345643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608576" cy="34564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608576" cy="345643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608576" cy="345643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608576" cy="34564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608576" cy="34564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608576" cy="34564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608576" cy="34564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608576" cy="345643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608576" cy="345643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608576" cy="345643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608576" cy="345643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608576" cy="345643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608576" cy="345643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608576" cy="345643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608576" cy="345643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608576" cy="345643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608576" cy="34564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