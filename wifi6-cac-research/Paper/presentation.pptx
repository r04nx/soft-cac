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Enhancing QoS in Dense IEEE 802.11ax Settings</a:t>
            </a:r>
          </a:p>
          <a:p>
            <a:r>
              <a:t>using a Dynamic Airtime-Based Soft Admission Control Mechanism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Dayanand Ambawade &amp; Rohan Pawar</a:t>
            </a:r>
          </a:p>
          <a:p/>
          <a:p>
            <a:r>
              <a:t>10th International Conference on Systems, Control and Communications (ICSCC 2025)</a:t>
            </a:r>
          </a:p>
          <a:p>
            <a:r>
              <a:t>Nagoya University, Japan</a:t>
            </a:r>
          </a:p>
          <a:p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Introduction &amp; Motivation</a:t>
            </a:r>
          </a:p>
          <a:p>
            <a:r>
              <a:t>System Architecture</a:t>
            </a:r>
          </a:p>
          <a:p>
            <a:r>
              <a:t>Proposed AS-CAC Framework</a:t>
            </a:r>
          </a:p>
          <a:p>
            <a:r>
              <a:t>Performance Evaluation</a:t>
            </a:r>
          </a:p>
          <a:p>
            <a: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The Challenge</a:t>
            </a:r>
          </a:p>
          <a:p>
            <a:pPr lvl="1"/>
            <a:r>
              <a:t>IEEE 802.11ax (Wi-Fi 6) improves spectral efficiency but struggles under saturation in dense environments.</a:t>
            </a:r>
          </a:p>
          <a:p>
            <a:pPr>
              <a:defRPr b="1"/>
            </a:pPr>
            <a:r>
              <a:t>QoS Issues</a:t>
            </a:r>
          </a:p>
          <a:p>
            <a:pPr lvl="1"/>
            <a:r>
              <a:t>Real-time applications (VoIP, Video) are sensitive to high delay and jitter caused by congestion.</a:t>
            </a:r>
          </a:p>
          <a:p>
            <a:pPr>
              <a:defRPr b="1"/>
            </a:pPr>
            <a:r>
              <a:t>Limitation of Existing CAC</a:t>
            </a:r>
          </a:p>
          <a:p>
            <a:pPr lvl="1"/>
            <a:r>
              <a:t>Traditional schemes ignore traffic heterogeneity (IoT vs 4K Video) and varying MCS.</a:t>
            </a:r>
          </a:p>
          <a:p>
            <a:pPr>
              <a:defRPr b="1"/>
            </a:pPr>
            <a:r>
              <a:t>Research Goal</a:t>
            </a:r>
          </a:p>
          <a:p>
            <a:pPr lvl="1"/>
            <a:r>
              <a:t>Develop admission control to maximize airtime utilization while guaranteeing strict QoS.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Test Bed &amp;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Simulation Components (ns-3):</a:t>
            </a:r>
          </a:p>
          <a:p>
            <a:pPr lvl="1"/>
            <a:r>
              <a:t>AP Node: Wi-Fi 6 (802.11ax), 80 MHz, 5 GHz</a:t>
            </a:r>
          </a:p>
          <a:p>
            <a:pPr lvl="1"/>
            <a:r>
              <a:t>Stations: 25-50 users in dense grid</a:t>
            </a:r>
          </a:p>
          <a:p>
            <a:pPr lvl="1"/>
            <a:r>
              <a:t>Traffic Generators:</a:t>
            </a:r>
          </a:p>
          <a:p>
            <a:pPr lvl="2"/>
            <a:r>
              <a:t>VoIP (UDP)</a:t>
            </a:r>
          </a:p>
          <a:p>
            <a:pPr lvl="2"/>
            <a:r>
              <a:t>Video (UDP)</a:t>
            </a:r>
          </a:p>
          <a:p>
            <a:pPr lvl="2"/>
            <a:r>
              <a:t>Bursty/Web (TCP/UDP)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ns3_network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600200"/>
            <a:ext cx="4038600" cy="33847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Model and Traffic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Metric: Airtime Utilization</a:t>
            </a:r>
          </a:p>
          <a:p>
            <a:pPr lvl="1"/>
            <a:r>
              <a:t>Calculated based on PHY rate and overhead.</a:t>
            </a:r>
          </a:p>
          <a:p>
            <a:r>
              <a:t>Traffic Mix:</a:t>
            </a:r>
          </a:p>
          <a:p>
            <a:pPr lvl="1"/>
            <a:r>
              <a:t>VoIP: High Priority, Low Bandwidth</a:t>
            </a:r>
          </a:p>
          <a:p>
            <a:pPr lvl="1"/>
            <a:r>
              <a:t>Video: Medium Priority, High Bandwidth</a:t>
            </a:r>
          </a:p>
          <a:p>
            <a:pPr lvl="1"/>
            <a:r>
              <a:t>Best Effort: Low Priority, Bursty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p_statio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600200"/>
            <a:ext cx="4038600" cy="22028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Solution: Soft CAC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Concept: Priority-Aware Thresholds</a:t>
            </a:r>
          </a:p>
          <a:p>
            <a:pPr lvl="1"/>
            <a:r>
              <a:t>Instead of a single hard limit (e.g., 80%):</a:t>
            </a:r>
          </a:p>
          <a:p>
            <a:pPr lvl="1">
              <a:defRPr b="1"/>
            </a:pPr>
            <a:r>
              <a:t>VoIP (High): 90% Threshold</a:t>
            </a:r>
          </a:p>
          <a:p>
            <a:pPr lvl="1">
              <a:defRPr b="1"/>
            </a:pPr>
            <a:r>
              <a:t>Video (Medium): 80% Threshold</a:t>
            </a:r>
          </a:p>
          <a:p>
            <a:pPr lvl="1">
              <a:defRPr b="1"/>
            </a:pPr>
            <a:r>
              <a:t>Best Effort (Low): 95% Threshold</a:t>
            </a:r>
          </a:p>
          <a:p>
            <a:pPr lvl="1"/>
            <a:r>
              <a:t>Benefit: Best-effort traffic fills gaps without blocking high-priority flows.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soft_vs_hard_ca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600200"/>
            <a:ext cx="4038600" cy="11218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Algorithm: AS-CAC+ (Adaptive)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Dynamic Threshold Adjustment</a:t>
            </a:r>
          </a:p>
          <a:p>
            <a:pPr lvl="1"/>
            <a:r>
              <a:t>Monitors Packet Error Rate (PER) and Utilization.</a:t>
            </a:r>
          </a:p>
          <a:p>
            <a:pPr lvl="1"/>
            <a:r>
              <a:t>Adjusts Best-Effort threshold in real-time.</a:t>
            </a:r>
          </a:p>
          <a:p>
            <a:pPr lvl="1">
              <a:defRPr b="1"/>
            </a:pPr>
            <a:r>
              <a:t>Logic:</a:t>
            </a:r>
          </a:p>
          <a:p>
            <a:pPr lvl="2"/>
            <a:r>
              <a:t>If PER &gt; 5%: Decrease Threshold (Protect QoS)</a:t>
            </a:r>
          </a:p>
          <a:p>
            <a:pPr lvl="2"/>
            <a:r>
              <a:t>If PER &lt; 2%: Increase Threshold (Utilize Capacity)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scac_threshold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600200"/>
            <a:ext cx="4038600" cy="20023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Simulation Results: Latency Impact</a:t>
            </a:r>
          </a:p>
        </p:txBody>
      </p:sp>
      <p:pic>
        <p:nvPicPr>
          <p:cNvPr id="3" name="Picture 2" descr="cac_vs_no_c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266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Without CAC, latency spikes &gt; 45ms. AS-CAC maintains &lt; 2ms.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Comprehensive Performance Analysis</a:t>
            </a:r>
          </a:p>
        </p:txBody>
      </p:sp>
      <p:pic>
        <p:nvPicPr>
          <p:cNvPr id="3" name="Picture 2" descr="ascac_comprehensive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51455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Multi-Dimensional Superiority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Why AS-CAC+ Wins:</a:t>
            </a:r>
          </a:p>
          <a:p>
            <a:pPr>
              <a:defRPr b="1"/>
            </a:pPr>
            <a:r>
              <a:t>Adaptability</a:t>
            </a:r>
          </a:p>
          <a:p>
            <a:pPr lvl="1"/>
            <a:r>
              <a:t>Reacts to interference instantly.</a:t>
            </a:r>
          </a:p>
          <a:p>
            <a:pPr>
              <a:defRPr b="1"/>
            </a:pPr>
            <a:r>
              <a:t>Utilization</a:t>
            </a:r>
          </a:p>
          <a:p>
            <a:pPr lvl="1"/>
            <a:r>
              <a:t>97.4% vs 78% (Hard CAC).</a:t>
            </a:r>
          </a:p>
          <a:p>
            <a:pPr>
              <a:defRPr b="1"/>
            </a:pPr>
            <a:r>
              <a:t>Safety</a:t>
            </a:r>
          </a:p>
          <a:p>
            <a:pPr lvl="1"/>
            <a:r>
              <a:t>Keeps VoIP latency &lt; 2ms.</a:t>
            </a:r>
          </a:p>
        </p:txBody>
      </p:sp>
      <p:pic>
        <p:nvPicPr>
          <p:cNvPr id="5" name="Picture 4" descr="ascac_rad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4038600" cy="34394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Summary</a:t>
            </a:r>
          </a:p>
          <a:p>
            <a:pPr lvl="1"/>
            <a:r>
              <a:t>AS-CAC+ transforms admission control from static to dynamic.</a:t>
            </a:r>
          </a:p>
          <a:p>
            <a:pPr lvl="1"/>
            <a:r>
              <a:t>Safely unlocks 19.2% more capacity.</a:t>
            </a:r>
          </a:p>
          <a:p>
            <a:r>
              <a:t>Key Achievements</a:t>
            </a:r>
          </a:p>
          <a:p>
            <a:pPr lvl="1"/>
            <a:r>
              <a:t>19.2% Throughput improvement.</a:t>
            </a:r>
          </a:p>
          <a:p>
            <a:pPr lvl="1"/>
            <a:r>
              <a:t>97.4% Channel Utilization.</a:t>
            </a:r>
          </a:p>
          <a:p>
            <a:pPr lvl="1"/>
            <a:r>
              <a:t>Strict QoS for VoIP validated.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Questions?</a:t>
            </a:r>
          </a:p>
          <a:p/>
          <a:p>
            <a:r>
              <a:t>Dayanand Ambawade &amp; Rohan Pawar</a:t>
            </a:r>
          </a:p>
          <a:p>
            <a:r>
              <a:t>Sardar Patel Institute of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